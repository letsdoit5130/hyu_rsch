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네이버 IT 뉴스 데이터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수집 데이터 기반 언론사 분포 및 리포팅</a:t>
            </a:r>
          </a:p>
          <a:p>
            <a:r>
              <a:t>분석일자: 2026-07-19 (총 131건 분석)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뉴스 데이터 수집 및 구성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네이버 뉴스 IT/과학 섹션에서 총 131건의 기사 정보를 수집하였습니다.</a:t>
            </a:r>
          </a:p>
          <a:p>
            <a:pPr lvl="1"/>
            <a:r>
              <a:t>- 수집 필드: 기사 제목(title), 요약(summary), 언론사(publisher), 기사 링크(link)</a:t>
            </a:r>
          </a:p>
          <a:p>
            <a:pPr lvl="1"/>
            <a:r>
              <a:t>- 데이터 보존: 중복 제거(제목 기준)를 완료하여 원천 데이터 정합성 확보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언론사별 기사 분포 시각화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ummar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30352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828800"/>
            <a:ext cx="2743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시사점 및 분석 해석:</a:t>
            </a:r>
          </a:p>
          <a:p>
            <a:pPr/>
            <a:r>
              <a:t>- 특정 미디어(종합지/IT 전문지)가 뉴스 생산의 높은 점유율을 차지하고 있습니다.</a:t>
            </a:r>
          </a:p>
          <a:p>
            <a:pPr/>
            <a:r>
              <a:t>- 이는 IT 분야 기사의 생산 집중도가 특정 언론사에 쏠려 있음을 시사합니다.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