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🦪 Korean Abalone Global Market Entry Deck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