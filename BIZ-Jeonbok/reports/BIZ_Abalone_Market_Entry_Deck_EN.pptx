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97D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10362895" cy="3200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600">
                <a:solidFill>
                  <a:srgbClr val="FFFFFF"/>
                </a:solidFill>
              </a:defRPr>
            </a:pPr>
            <a:r>
              <a:t>🦪 Korean Abalone Global Market Entry Deck (English)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400"/>
            </a:pPr>
            <a:r>
              <a:t>📌 Size Specification &amp; Pricing Matrix (CIF USD/kg)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645920"/>
          <a:ext cx="1069848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3080"/>
                <a:gridCol w="1783080"/>
                <a:gridCol w="1783080"/>
                <a:gridCol w="1783080"/>
                <a:gridCol w="1783080"/>
                <a:gridCol w="1783080"/>
              </a:tblGrid>
              <a:tr h="73152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Grade / Size Spec</a:t>
                      </a:r>
                    </a:p>
                  </a:txBody>
                  <a:tcPr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Piece Weight</a:t>
                      </a:r>
                    </a:p>
                  </a:txBody>
                  <a:tcPr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Major Exporters</a:t>
                      </a:r>
                    </a:p>
                  </a:txBody>
                  <a:tcPr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Avg CIF Price ($/kg)</a:t>
                      </a:r>
                    </a:p>
                  </a:txBody>
                  <a:tcPr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Target Market &amp; Buyer Channel</a:t>
                      </a:r>
                    </a:p>
                  </a:txBody>
                  <a:tcPr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Sourcing Strategy</a:t>
                      </a:r>
                    </a:p>
                  </a:txBody>
                  <a:tcPr>
                    <a:solidFill>
                      <a:srgbClr val="1F497D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Under 10 pcs/kg (Large)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100g+ / pc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Korea, Australia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$42.0 ~ $48.0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Japan High-end Omakase, Ryokan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Premium Air Direct Express Offer</a:t>
                      </a:r>
                    </a:p>
                  </a:txBody>
                  <a:tcPr/>
                </a:tc>
              </a:tr>
              <a:tr h="73152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10 ~ 12 pcs/kg (Med-Large)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80g ~ 100g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Korea (Wando)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$36.0 ~ $40.0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Tokyo Toyosu Wholesalers, LA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Primary Export Grade, 1st Tier Wholesalers</a:t>
                      </a:r>
                    </a:p>
                  </a:txBody>
                  <a:tcPr/>
                </a:tc>
              </a:tr>
              <a:tr h="73152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13 ~ 15 pcs/kg (Medium)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65g ~ 80g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Korea, China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$30.0 ~ $34.0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Kansai Restaurants, Asian Marts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H-Mart, 99 Ranch Supermarket Supply</a:t>
                      </a:r>
                    </a:p>
                  </a:txBody>
                  <a:tcPr/>
                </a:tc>
              </a:tr>
              <a:tr h="73152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15 ~ 20 pcs/kg (Med-Small)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50g ~ 65g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Korea, Vietnam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$24.0 ~ $28.0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Frozen IQF Processors, Foodservice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Sea Reefer Container FCL Bulk Supply</a:t>
                      </a:r>
                    </a:p>
                  </a:txBody>
                  <a:tcPr/>
                </a:tc>
              </a:tr>
              <a:tr h="73152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20+ pcs/kg (Small/Process)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Under 50g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Korea, China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$18.0 ~ $22.0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Canned Abalone, HMR Retort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FDA LACF Certified Processing Plants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