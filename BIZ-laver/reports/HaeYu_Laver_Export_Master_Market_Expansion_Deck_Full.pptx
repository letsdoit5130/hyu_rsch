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🚀 [마스터 전략] 해유 김 수출 종합 EDA &amp; 1인 무역회사 시장개척</a:t>
            </a:r>
          </a:p>
          <a:p>
            <a:pPr>
              <a:spcBef>
                <a:spcPts val="1200"/>
              </a:spcBef>
              <a:defRPr sz="1700">
                <a:solidFill>
                  <a:srgbClr val="3498DB"/>
                </a:solidFill>
                <a:latin typeface="맑은 고딕"/>
              </a:defRPr>
            </a:pPr>
            <a:r>
              <a:t>마른김 &amp; 조미김 Top 10 정량 데이터, 파트너 디렉토리 및 4단계 실전 개척 프로토콜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종합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마른김 (HS 121221) Top 10 타깃 시장 &amp; B2B 원초 딜러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🌾 마른김 Top 10 시장 및 B2B 원초 중개 딜러 (Commission Agent) 모델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Top 1 시장: 일본 ($167.06M, +122.2%) - 초밥용 김 / 김가루 재가공용 원초 수입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Top 2 시장: 중국 ($100.61M, +102.2%) - 현지 조미김 가공 공장 대량 원초 수입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Top 3 시장: 태국 ($89.52M, +128.9%) - Taokaenoi 등 세계적 김스낵 가공 라인 대량 원초 수요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Top 4~10: 러시아 ($79.0M), 베트남 ($23.58M, +261%), 인도네시아 ($19.38M, +261.5%)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🚀 1인 무역상 액션 플랜: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1. B2B 원초 딜러/중개상 모델: 산지 조합(해남, 서천)과 해외 공장 연결 중개 무역에 집중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2. 품질 등급 검수 서비스 병행: '품질 검수 보증 보고서' 제공으로 안전 마진 수수료 확보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3. 수확기 장기 계약: 11월~4월 원초 수확기 산지 장기 계약으로 비수기 가격 변동 방어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종합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조미김 Top 10 타깃 시장 &amp; 국가별 파트너 디렉토리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1A5276"/>
                </a:solidFill>
              </a:defRPr>
            </a:pPr>
            <a:r>
              <a:t>🎯 주요 국가별 사명 / 웹사이트 / 이메일 / 매칭 특징 디렉토리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태국 (마른김): Taokaenoi Food &amp; Marketing (taokaenoi.co.th / export@taokaenoi.co.th)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베트남 (마른김): Miwon Vietnam (miwon.com.vn / info@miwon.com.vn)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인도네시아 (마른김): PT Miwon Indonesia (mamasuka.com / customer@mamasuka.com)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USA (조미김): Weee! Inc. (sayweee.com / vendor@sayweee.com) &amp; H-Mart (hmart.com)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폴란드 (조미김): Kuchnie Świata (kuchnieswiata.com.pl / b2b@kuchnieswiata.com.pl)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UAE (조미김): Choithrams (choithrams.com / info@choithrams.com) &amp; Lulu Group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맑은 고딕"/>
              </a:defRPr>
            </a:pPr>
            <a:r>
              <a:t>• 카자흐스탄 (조미김): Magnum Cash &amp; Carry (magnum.kz / import@magnum.kz)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3498DB"/>
                </a:solidFill>
                <a:latin typeface="맑은 고딕"/>
              </a:defRPr>
            </a:pPr>
            <a:r>
              <a:t>해유 김 수출 종합 EDA &amp; 1인 무역회사 시장개척</a:t>
            </a:r>
          </a:p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1인 무역회사 실전 4단계 개척 프로토콜 &amp; 실행 가이드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1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고마진 포지셔닝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조미김 완제품 스낵</a:t>
            </a:r>
            <a:br/>
            <a:r>
              <a:t>지퍼백 파우치 소포장</a:t>
            </a:r>
            <a:br/>
            <a:r>
              <a:t>비건 &amp; 할랄 인증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2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KOTRA 바이어 발굴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무역관 지사화 사업</a:t>
            </a:r>
            <a:br/>
            <a:r>
              <a:t>EC21, Kompass 활용</a:t>
            </a:r>
            <a:br/>
            <a:r>
              <a:t>샘플 무료 항공 배송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3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LCL 물류 &amp; 라벨링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초기 1~2 Pallet LCL</a:t>
            </a:r>
            <a:br/>
            <a:r>
              <a:t>해상 운송 재고 최소화</a:t>
            </a:r>
            <a:br/>
            <a:r>
              <a:t>현지어 영양성분 라벨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1645920"/>
            <a:ext cx="25603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Step 4</a:t>
            </a:r>
          </a:p>
          <a:p>
            <a:pPr>
              <a:spcBef>
                <a:spcPts val="800"/>
              </a:spcBef>
              <a:defRPr sz="1600" b="1">
                <a:solidFill>
                  <a:srgbClr val="1A5276"/>
                </a:solidFill>
              </a:defRPr>
            </a:pPr>
            <a:r>
              <a:t>E-Commerce &amp; 숏폼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Amazon, Noon, Allegro</a:t>
            </a:r>
            <a:br/>
            <a:r>
              <a:t>현지 크로스보더 입점</a:t>
            </a:r>
            <a:br/>
            <a:r>
              <a:t>틱톡 K-Food 숏폼 챌린지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