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해유 김 수출 EDA &amp; 심화 시장개척 전략 (v2)</a:t>
            </a:r>
          </a:p>
          <a:p>
            <a:pPr>
              <a:spcBef>
                <a:spcPts val="1200"/>
              </a:spcBef>
              <a:defRPr sz="1800">
                <a:solidFill>
                  <a:srgbClr val="3498DB"/>
                </a:solidFill>
                <a:latin typeface="맑은 고딕"/>
              </a:defRPr>
            </a:pPr>
            <a:r>
              <a:t>1인 무역회사 관점의 4분면 시장 포트폴리오, 단가 마진 구간 및 잠재 파트너 개척안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심화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글로벌 40개국 4분면 포트폴리오 매트릭스 (성장률 x 단가 마진)</a:t>
            </a:r>
          </a:p>
        </p:txBody>
      </p:sp>
      <p:pic>
        <p:nvPicPr>
          <p:cNvPr id="3" name="Picture 2" descr="14_advanced_market_portfol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500" b="1">
                <a:solidFill>
                  <a:srgbClr val="2E86C1"/>
                </a:solidFill>
              </a:defRPr>
            </a:pPr>
            <a:r>
              <a:t>★ Star Market (1순위 개척)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UAE: 5년 성장 +187.5%, 단가 $25.06/kg (할랄 프리미엄 스낵)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폴란드: 5년 성장 +121.2%, 단가 $24.01/kg (동유럽 리테일 허브)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콜롬비아: 5년 성장 +156.7%, 단가 $27.47/kg (남미 고마진)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튀르키예: 5년 성장 +254.5%, 단가 $28.01/kg (초고마진 틈새)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🚀 1인 무역상 액션 플랜: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조미김 완제품(HS 200899) 스낵형 제품 100% 집중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$20~$30/kg 이상 소비자가격 형성을 위한 고마진 포지셔닝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LCL 소량 해상 운송 &amp; 현지 크로스보더 E-Commerce 직입점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심화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수출 단가 5대 마진 구간 및 국가별 단가 변동성 (CV%) 리스크</a:t>
            </a:r>
          </a:p>
        </p:txBody>
      </p:sp>
      <p:pic>
        <p:nvPicPr>
          <p:cNvPr id="3" name="Picture 2" descr="13_advanced_price_brack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303520" cy="4937760"/>
          </a:xfrm>
          <a:prstGeom prst="rect">
            <a:avLst/>
          </a:prstGeom>
        </p:spPr>
      </p:pic>
      <p:pic>
        <p:nvPicPr>
          <p:cNvPr id="4" name="Picture 3" descr="15_advanced_seasoned_vs_raw_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