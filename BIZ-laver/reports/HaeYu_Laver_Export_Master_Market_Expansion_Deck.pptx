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[마스터 전략] 글로벌 김 수출 EDA &amp; 1인 무역회사 시장개척</a:t>
            </a:r>
          </a:p>
          <a:p>
            <a:pPr>
              <a:spcBef>
                <a:spcPts val="1200"/>
              </a:spcBef>
              <a:defRPr sz="1800">
                <a:solidFill>
                  <a:srgbClr val="3498DB"/>
                </a:solidFill>
                <a:latin typeface="맑은 고딕"/>
              </a:defRPr>
            </a:pPr>
            <a:r>
              <a:t>Star Market 4개국, 조미김 고마진 포지셔닝 및 4단계 실전 개척 프로토콜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종합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글로벌 40개국 4분면 포트폴리오 매트릭스 (Star Market 4개국)</a:t>
            </a:r>
          </a:p>
        </p:txBody>
      </p:sp>
      <p:pic>
        <p:nvPicPr>
          <p:cNvPr id="3" name="Picture 2" descr="14_advanced_market_portfol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500" b="1">
                <a:solidFill>
                  <a:srgbClr val="2E86C1"/>
                </a:solidFill>
              </a:defRPr>
            </a:pPr>
            <a:r>
              <a:t>★ Star Market 4개국 (최우선 개척)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1. UAE: 5년 성장 +187.5%, 단가 $25.06/kg (할랄 K-스낵)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2. 폴란드: 5년 성장 +121.2%, 단가 $24.01/kg (동유럽 Hub)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3. 콜롬비아: 5년 성장 +156.7%, 단가 $27.47/kg (남미 고마진)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4. 튀르키예: 5년 성장 +254.5%, 단가 $28.01/kg (초고마진 틈새)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💡 1인 무역상 전략 핵심: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조미김 완제품(HS 200899) 스낵에 100% 사격 집중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$20~$30/kg 이상 소비자가격을 형성하는 프리미엄 포지셔닝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초기 LCL 소량 수송 및 현지 E-Commerce 직입점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종합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조미김 Top 10 유망 타깃 시장 &amp; 현지 바이어 파트너십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🎯 주요 국가별 컨택 가능 잠재 바이어 / 수입상 리스트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USA: Assi Rhee Bros, H-Mart, Harvesko, Weee!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Japan: E-Mart Japan, Gyomu Super, CJ CheilJedang Japan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Russian Fed.: X5 Retail Group, Magnit, Koros Co.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Canada: T&amp;T Supermarket, PAT Mart, Galleria Supermarket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Poland: Kuchnie Świata, Asian House Poland, Allegro Sellers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UAE: Choithrams, Lulu Hypermarket, Kibsons, Al Maya Group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Kazakhstan: Magnum Cash &amp; Carry, Shin-Line, Small Supermarket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Türkiye: Macrocenter, Gurme Park, Happy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종합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1인 무역회사 실전 4단계 개척 프로토콜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600" b="1">
                <a:solidFill>
                  <a:srgbClr val="1A5276"/>
                </a:solidFill>
              </a:defRPr>
            </a:pPr>
            <a:r>
              <a:t>고마진 포지셔닝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조미김 완제품 스낵</a:t>
            </a:r>
            <a:br/>
            <a:r>
              <a:t>지퍼백 파우치 소포장</a:t>
            </a:r>
            <a:br/>
            <a:r>
              <a:t>비건 &amp; 할랄 인증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600" b="1">
                <a:solidFill>
                  <a:srgbClr val="1A5276"/>
                </a:solidFill>
              </a:defRPr>
            </a:pPr>
            <a:r>
              <a:t>KOTRA 바이어 발굴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무역관 지사화 사업</a:t>
            </a:r>
            <a:br/>
            <a:r>
              <a:t>EC21, Kompass 활용</a:t>
            </a:r>
            <a:br/>
            <a:r>
              <a:t>샘플 무료 항공 배송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9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600" b="1">
                <a:solidFill>
                  <a:srgbClr val="1A5276"/>
                </a:solidFill>
              </a:defRPr>
            </a:pPr>
            <a:r>
              <a:t>LCL 물류 &amp; 라벨링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초기 1~2 Pallet LCL</a:t>
            </a:r>
            <a:br/>
            <a:r>
              <a:t>해상 운송 재고 최소화</a:t>
            </a:r>
            <a:br/>
            <a:r>
              <a:t>현지어 영양성분 라벨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399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600" b="1">
                <a:solidFill>
                  <a:srgbClr val="1A5276"/>
                </a:solidFill>
              </a:defRPr>
            </a:pPr>
            <a:r>
              <a:t>E-Commerce &amp; 숏폼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Amazon, Noon, Allegro</a:t>
            </a:r>
            <a:br/>
            <a:r>
              <a:t>현지 크로스보더 입점</a:t>
            </a:r>
            <a:br/>
            <a:r>
              <a:t>틱톡 K-Food 숏폼 챌린지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