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kyobooks_harness 분석 발표자료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수집 데이터 기반 비즈니스 제언</a:t>
            </a:r>
          </a:p>
          <a:p>
            <a:r>
              <a:t>작성일: 2026-07-19 (총 109건 분석)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수집 데이터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타겟 웹페이지에서 총 109건의 데이터를 안정적으로 수집하였습니다.</a:t>
            </a:r>
          </a:p>
          <a:p>
            <a:pPr lvl="1"/>
            <a:r>
              <a:t>- 수집 필드: 상품번호, 순위, 도서명, 저자, 출판사, 출판일, 정가, 할인가, 할인율, 평점</a:t>
            </a:r>
          </a:p>
          <a:p>
            <a:pPr lvl="1"/>
            <a:r>
              <a:t>- 데이터 인코딩: UTF-8-SIG (Excel 호환)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시각화 분석 및 시사점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summary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11680"/>
            <a:ext cx="50292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2011680"/>
            <a:ext cx="2743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주요 분석 결과 요약:</a:t>
            </a:r>
          </a:p>
          <a:p>
            <a:pPr/>
            <a:r>
              <a:t>- 요약 차트에서 보듯 데이터 분포가 고르게 형성되어 있습니다.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